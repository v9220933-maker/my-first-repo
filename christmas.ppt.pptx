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73" d="100"/>
          <a:sy n="73" d="100"/>
        </p:scale>
        <p:origin x="6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E7AA-30F2-4E04-A770-E5FF7F523928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EA71F-B36F-4715-B59B-88FAD9F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01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E7AA-30F2-4E04-A770-E5FF7F523928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EA71F-B36F-4715-B59B-88FAD9F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675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E7AA-30F2-4E04-A770-E5FF7F523928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EA71F-B36F-4715-B59B-88FAD9F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212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E7AA-30F2-4E04-A770-E5FF7F523928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EA71F-B36F-4715-B59B-88FAD9F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736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E7AA-30F2-4E04-A770-E5FF7F523928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EA71F-B36F-4715-B59B-88FAD9F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37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E7AA-30F2-4E04-A770-E5FF7F523928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EA71F-B36F-4715-B59B-88FAD9F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86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E7AA-30F2-4E04-A770-E5FF7F523928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EA71F-B36F-4715-B59B-88FAD9F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337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E7AA-30F2-4E04-A770-E5FF7F523928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EA71F-B36F-4715-B59B-88FAD9F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392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E7AA-30F2-4E04-A770-E5FF7F523928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EA71F-B36F-4715-B59B-88FAD9F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13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E7AA-30F2-4E04-A770-E5FF7F523928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EA71F-B36F-4715-B59B-88FAD9F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74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E7AA-30F2-4E04-A770-E5FF7F523928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EA71F-B36F-4715-B59B-88FAD9F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47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7E7AA-30F2-4E04-A770-E5FF7F523928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EA71F-B36F-4715-B59B-88FAD9F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897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2342" y="1724297"/>
            <a:ext cx="1515291" cy="171123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42263" y="1267097"/>
            <a:ext cx="2978331" cy="2886891"/>
          </a:xfrm>
          <a:prstGeom prst="rect">
            <a:avLst/>
          </a:prstGeom>
          <a:noFill/>
        </p:spPr>
        <p:txBody>
          <a:bodyPr wrap="square" rtlCol="0">
            <a:prstTxWarp prst="textCircle">
              <a:avLst/>
            </a:prstTxWarp>
            <a:spAutoFit/>
          </a:bodyPr>
          <a:lstStyle/>
          <a:p>
            <a:r>
              <a:rPr lang="en-US" sz="4400" b="1" dirty="0" smtClean="0">
                <a:solidFill>
                  <a:srgbClr val="00B050"/>
                </a:solidFill>
              </a:rPr>
              <a:t>MERRY</a:t>
            </a:r>
            <a:r>
              <a:rPr lang="en-US" sz="4400" b="1" dirty="0" smtClean="0"/>
              <a:t> </a:t>
            </a:r>
            <a:r>
              <a:rPr lang="en-US" sz="4400" b="1" dirty="0" smtClean="0">
                <a:solidFill>
                  <a:srgbClr val="FF0000"/>
                </a:solidFill>
              </a:rPr>
              <a:t>CHRISTMAS</a:t>
            </a:r>
            <a:r>
              <a:rPr lang="en-US" sz="4400" b="1" dirty="0" smtClean="0"/>
              <a:t> </a:t>
            </a:r>
            <a:r>
              <a:rPr lang="en-US" sz="4400" b="1" dirty="0" smtClean="0">
                <a:solidFill>
                  <a:srgbClr val="00B050"/>
                </a:solidFill>
              </a:rPr>
              <a:t>MERRY</a:t>
            </a:r>
            <a:r>
              <a:rPr lang="en-US" sz="4400" b="1" dirty="0" smtClean="0"/>
              <a:t> </a:t>
            </a:r>
            <a:r>
              <a:rPr lang="en-US" sz="4400" b="1" dirty="0" smtClean="0">
                <a:solidFill>
                  <a:srgbClr val="FF0000"/>
                </a:solidFill>
              </a:rPr>
              <a:t>CHRISTMAS</a:t>
            </a:r>
            <a:r>
              <a:rPr lang="en-US" sz="4400" b="1" dirty="0" smtClean="0"/>
              <a:t> </a:t>
            </a:r>
            <a:r>
              <a:rPr lang="en-US" sz="4400" b="1" dirty="0" smtClean="0">
                <a:solidFill>
                  <a:srgbClr val="00B050"/>
                </a:solidFill>
              </a:rPr>
              <a:t>MERRY</a:t>
            </a:r>
            <a:r>
              <a:rPr lang="en-US" sz="4400" b="1" dirty="0" smtClean="0"/>
              <a:t> </a:t>
            </a:r>
            <a:r>
              <a:rPr lang="en-US" sz="4400" b="1" dirty="0" smtClean="0">
                <a:solidFill>
                  <a:srgbClr val="FF0000"/>
                </a:solidFill>
              </a:rPr>
              <a:t>CHRISTMAS</a:t>
            </a:r>
            <a:endParaRPr 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0579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6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TEMAOS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</dc:creator>
  <cp:lastModifiedBy>window</cp:lastModifiedBy>
  <cp:revision>3</cp:revision>
  <dcterms:created xsi:type="dcterms:W3CDTF">2025-12-20T02:56:35Z</dcterms:created>
  <dcterms:modified xsi:type="dcterms:W3CDTF">2025-12-20T03:03:31Z</dcterms:modified>
</cp:coreProperties>
</file>