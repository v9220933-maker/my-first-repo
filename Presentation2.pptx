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2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99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5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99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02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436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09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217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356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75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396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71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9C340-E968-4D24-A0B1-0A4131450EDA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037FA-8B6E-4A1C-A0FB-6C1BBF7EA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116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EFO_bsg1sw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FO_bsg1sw8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42509" y="1122218"/>
            <a:ext cx="430876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>
                <a:solidFill>
                  <a:schemeClr val="bg1"/>
                </a:solidFill>
              </a:rPr>
              <a:t>PRESENTATION  BY</a:t>
            </a:r>
          </a:p>
          <a:p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       </a:t>
            </a:r>
            <a:r>
              <a:rPr lang="en-US" sz="3200" dirty="0" smtClean="0">
                <a:solidFill>
                  <a:schemeClr val="bg1"/>
                </a:solidFill>
              </a:rPr>
              <a:t>VIANNY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     STARRING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       John k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       Isaac y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       john doe</a:t>
            </a:r>
          </a:p>
          <a:p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 smtClean="0">
                <a:solidFill>
                  <a:schemeClr val="bg1"/>
                </a:solidFill>
              </a:rPr>
              <a:t>    SOURCES</a:t>
            </a:r>
          </a:p>
          <a:p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 smtClean="0">
                <a:solidFill>
                  <a:schemeClr val="bg1"/>
                </a:solidFill>
              </a:rPr>
              <a:t>      Chatgpt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43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8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5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</Words>
  <Application>Microsoft Office PowerPoint</Application>
  <PresentationFormat>Widescreen</PresentationFormat>
  <Paragraphs>8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TEMAOS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</dc:creator>
  <cp:lastModifiedBy>window</cp:lastModifiedBy>
  <cp:revision>1</cp:revision>
  <dcterms:created xsi:type="dcterms:W3CDTF">2025-12-20T12:40:43Z</dcterms:created>
  <dcterms:modified xsi:type="dcterms:W3CDTF">2025-12-20T12:41:02Z</dcterms:modified>
</cp:coreProperties>
</file>